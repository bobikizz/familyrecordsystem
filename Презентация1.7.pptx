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94C52496-3BEC-8CDC-4B52-3F4CF7C739E2}">
          <p14:sldIdLst>
            <p14:sldId id="256"/>
            <p14:sldId id="257"/>
            <p14:sldId id="258"/>
          </p14:sldIdLst>
        </p14:section>
        <p14:section name="Проектирование" id="{B6DE79C1-C5A1-CBD6-18A3-4C685607BA52}">
          <p14:sldIdLst>
            <p14:sldId id="259"/>
            <p14:sldId id="260"/>
            <p14:sldId id="261"/>
            <p14:sldId id="262"/>
          </p14:sldIdLst>
        </p14:section>
        <p14:section name="Реализация" id="{624FD81C-E60B-8B56-5881-BB81A8F5E2F2}">
          <p14:sldIdLst>
            <p14:sldId id="263"/>
            <p14:sldId id="264"/>
          </p14:sldIdLst>
        </p14:section>
        <p14:section name="Итоги" id="{3CA0BE83-04DD-019C-300B-01AEA230807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2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команду и тему. Приложение для учёта семейных доходов и расходов: WinForms, .NET 8,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 роли и покажите вклад каждого участника по истории Git: коммиты и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опишите проблему, затем цель. Цифры внизу: четыре проекта в решении, четыре таблицы, двадцать пять автотестов.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про актора и девять вариантов использования. Include: проверка данных при добавлении и правке. Extend: показ превышения лимита.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таблицы. Внешние ключи защищают данные: нельзя удалить участника или категорию, по которым есть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Слои: UI (WinForms), Data (SQLite и репозиторий), Core (модели, расчёты, проверки). Зависимости идут только вниз.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шагам сверху вниз: открытие формы, загрузка справочников, проверка, сохранение в SQLite, обновление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демо: добавить расход на продукты, добавить зарплату, отфильтровать по участнику, задать лимит на продукты, показать превышение в окне «Бюджеты», открыть годовой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окна Visual Studio: Solution Explorer, Git Changes, Test Explorer. В GitHub или Azure DevOps откройте историю коммитов и закрытые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честно: что мешало и как решили. Добавьте проблемы из вашей работы с Git, например конфликты слияния.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Назовите, что не успели и что стоило бы сделать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ссылку на репозиторий и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bobikizz/FamilyRecordSyste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Учёт расходов семьи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Учебный проект: приложение для семейного бюджета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[ФИО участников команды]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Группа исп 31-9  ·  21.10.2026</a:t>
            </a:r>
            <a:endParaRPr lang="en-US" sz="1600" dirty="0"/>
          </a:p>
        </p:txBody>
      </p:sp>
      <p:sp>
        <p:nvSpPr>
          <p:cNvPr id="5" name="Монета"/>
          <p:cNvSpPr txBox="1"/>
          <p:nvPr/>
        </p:nvSpPr>
        <p:spPr>
          <a:xfrm>
            <a:off x="6858000" y="137160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2"/>
                </a:solidFill>
              </a:rPr>
              <a:t>₽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Команда и роли</a:t>
            </a:r>
            <a:endParaRPr lang="en-US" sz="3600" dirty="0"/>
          </a:p>
        </p:txBody>
      </p:sp>
      <p:sp>
        <p:nvSpPr>
          <p:cNvPr id="3" name="Карточка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1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Тимлид / разработчик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46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Ильиных Илья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Организация работы команды и разработка приложения</a:t>
            </a:r>
            <a:endParaRPr lang="en-US" sz="1400" dirty="0"/>
          </a:p>
        </p:txBody>
      </p:sp>
      <p:sp>
        <p:nvSpPr>
          <p:cNvPr id="8" name="Карточка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Номер 2"/>
          <p:cNvSpPr txBox="1"/>
          <p:nvPr/>
        </p:nvSpPr>
        <p:spPr>
          <a:xfrm>
            <a:off x="274320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</a:t>
            </a:r>
            <a:r>
              <a:rPr lang="ru-RU" sz="1800" b="1" dirty="0">
                <a:solidFill>
                  <a:schemeClr val="tx2"/>
                </a:solidFill>
              </a:rPr>
              <a:t> </a:t>
            </a:r>
            <a:r>
              <a:rPr lang="en-US" sz="1800" b="1" dirty="0">
                <a:solidFill>
                  <a:schemeClr val="tx2"/>
                </a:solidFill>
              </a:rPr>
              <a:t>M</a:t>
            </a:r>
            <a:r>
              <a:rPr lang="en-US" b="1" dirty="0">
                <a:solidFill>
                  <a:schemeClr val="tx2"/>
                </a:solidFill>
              </a:rPr>
              <a:t>aster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Галичанин Денис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 с GitHub и контроль изменений проекта</a:t>
            </a:r>
            <a:endParaRPr lang="en-US" sz="1400" dirty="0"/>
          </a:p>
        </p:txBody>
      </p:sp>
      <p:sp>
        <p:nvSpPr>
          <p:cNvPr id="13" name="Карточка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Номер 3"/>
          <p:cNvSpPr txBox="1"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Диаграммы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Столбов Лев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Создание диаграмм и помощь с документами</a:t>
            </a:r>
            <a:endParaRPr lang="en-US" sz="1400" dirty="0"/>
          </a:p>
        </p:txBody>
      </p:sp>
      <p:sp>
        <p:nvSpPr>
          <p:cNvPr id="18" name="Карточка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Номер 4"/>
          <p:cNvSpPr txBox="1"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Документация / презентация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Русских Роман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Подготовка документации и презентации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Проблема и цель</a:t>
            </a:r>
            <a:endParaRPr lang="en-US" sz="3600" dirty="0"/>
          </a:p>
        </p:txBody>
      </p:sp>
      <p:sp>
        <p:nvSpPr>
          <p:cNvPr id="3" name="Проблема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Семейные расходы легко забыть или записать неправильно. Поэтому трудно понять, на что уходит больше всего денег.</a:t>
            </a:r>
            <a:endParaRPr lang="en-US" sz="1400" dirty="0"/>
          </a:p>
        </p:txBody>
      </p:sp>
      <p:sp>
        <p:nvSpPr>
          <p:cNvPr id="6" name="Цель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Мы разработали приложение, в котором можно записывать доходы и расходы, задавать лимиты и смотреть отчёты.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Access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01320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/>
              <a:t>База данных</a:t>
            </a:r>
            <a:endParaRPr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 .NET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66267" y="40115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/>
              <a:t>Framework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Варианты использования</a:t>
            </a:r>
            <a:endParaRPr lang="en-US" sz="3600" dirty="0"/>
          </a:p>
        </p:txBody>
      </p:sp>
      <p:sp>
        <p:nvSpPr>
          <p:cNvPr id="4" name="Пояснение"/>
          <p:cNvSpPr/>
          <p:nvPr/>
        </p:nvSpPr>
        <p:spPr>
          <a:xfrm>
            <a:off x="5852160" y="1280160"/>
            <a:ext cx="2834640" cy="31089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603504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Пользователь приложения — член семьи.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1945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Основные сценарии: операции, справочники, лимиты, отчёты и экспорт.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Проверка данных вынесена в include.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D71D78-7490-4F07-B1F3-35171390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64" y="1506991"/>
            <a:ext cx="4417758" cy="2129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Модель данных (ER)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В базе Access хранятся записи о доходах и расходах, участниках, категориях и лимитах. Связи между таблицами помогают хранить данные согласованно.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E45707-538B-44F4-AC84-2EB9AD92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236" y="1423523"/>
            <a:ext cx="5278984" cy="2296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Архитектура и классы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Приложение состоит из интерфейса, обработки данных и базы Microsoft Access. Такое разделение помогает проще разбираться в программе и вносить изменения.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B0B942-A1F2-4993-8802-8FD0BE15D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038225"/>
            <a:ext cx="573405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Добавление операции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 добавлении записи пользователь заполняет форму. Программа проверяет данные, сохраняет запись в Access и показывает её в общем списке.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85139E-D526-4208-A07A-052B7E409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758" y="1144635"/>
            <a:ext cx="4096778" cy="3015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Живая демонстрация</a:t>
            </a:r>
            <a:endParaRPr lang="en-US" sz="3600" dirty="0"/>
          </a:p>
        </p:txBody>
      </p:sp>
      <p:sp>
        <p:nvSpPr>
          <p:cNvPr id="3" name="Шаг 1"/>
          <p:cNvSpPr txBox="1"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Добавить расход</a:t>
            </a:r>
            <a:endParaRPr lang="en-US" sz="1400" dirty="0"/>
          </a:p>
        </p:txBody>
      </p:sp>
      <p:sp>
        <p:nvSpPr>
          <p:cNvPr id="5" name="Шаг 2"/>
          <p:cNvSpPr txBox="1"/>
          <p:nvPr/>
        </p:nvSpPr>
        <p:spPr>
          <a:xfrm>
            <a:off x="21488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Добавить доход</a:t>
            </a:r>
            <a:endParaRPr lang="en-US" sz="1400" dirty="0"/>
          </a:p>
        </p:txBody>
      </p:sp>
      <p:sp>
        <p:nvSpPr>
          <p:cNvPr id="7" name="Шаг 3"/>
          <p:cNvSpPr txBox="1"/>
          <p:nvPr/>
        </p:nvSpPr>
        <p:spPr>
          <a:xfrm>
            <a:off x="35204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Фильтр по участнику</a:t>
            </a:r>
            <a:endParaRPr lang="en-US" sz="1400" dirty="0"/>
          </a:p>
        </p:txBody>
      </p:sp>
      <p:sp>
        <p:nvSpPr>
          <p:cNvPr id="9" name="Шаг 4"/>
          <p:cNvSpPr txBox="1"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Задать лимит</a:t>
            </a:r>
            <a:endParaRPr lang="en-US" sz="1400" dirty="0"/>
          </a:p>
        </p:txBody>
      </p:sp>
      <p:sp>
        <p:nvSpPr>
          <p:cNvPr id="11" name="Шаг 5"/>
          <p:cNvSpPr txBox="1"/>
          <p:nvPr/>
        </p:nvSpPr>
        <p:spPr>
          <a:xfrm>
            <a:off x="62636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Показать превышение</a:t>
            </a:r>
            <a:endParaRPr lang="en-US" sz="1400" dirty="0"/>
          </a:p>
        </p:txBody>
      </p:sp>
      <p:sp>
        <p:nvSpPr>
          <p:cNvPr id="13" name="Шаг 6"/>
          <p:cNvSpPr txBox="1"/>
          <p:nvPr/>
        </p:nvSpPr>
        <p:spPr>
          <a:xfrm>
            <a:off x="7635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Годовой отчёт</a:t>
            </a:r>
            <a:endParaRPr lang="en-US" sz="1400" dirty="0"/>
          </a:p>
        </p:txBody>
      </p:sp>
      <p:sp>
        <p:nvSpPr>
          <p:cNvPr id="15" name="Подсказка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Во время защиты покажем приложение в работе: добавим записи, применим фильтр и откроем отчёт. Лучше демонстрировать реальные действия, а не только скриншоты.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Visual Studio и Git</a:t>
            </a:r>
            <a:endParaRPr lang="en-US" sz="3600" dirty="0"/>
          </a:p>
        </p:txBody>
      </p:sp>
      <p:sp>
        <p:nvSpPr>
          <p:cNvPr id="3" name="Возможности Visual Studio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Возможности Visual Studio</a:t>
            </a:r>
            <a:endParaRPr lang="en-US" sz="2000" dirty="0"/>
          </a:p>
        </p:txBody>
      </p:sp>
      <p:sp>
        <p:nvSpPr>
          <p:cNvPr id="5" name="Список 1"/>
          <p:cNvSpPr txBox="1"/>
          <p:nvPr/>
        </p:nvSpPr>
        <p:spPr>
          <a:xfrm>
            <a:off x="73152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Приложение создано в Visual Studio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Используется .NET Framework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Данные хранятся в Microsoft Access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Отладчик помогает находить ошибки</a:t>
            </a:r>
            <a:endParaRPr lang="en-US" sz="1600" dirty="0"/>
          </a:p>
        </p:txBody>
      </p:sp>
      <p:sp>
        <p:nvSpPr>
          <p:cNvPr id="6" name="Командная работа в Git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Командная работа в Git</a:t>
            </a:r>
            <a:endParaRPr lang="en-US" sz="2000" dirty="0"/>
          </a:p>
        </p:txBody>
      </p:sp>
      <p:sp>
        <p:nvSpPr>
          <p:cNvPr id="8" name="Список 2"/>
          <p:cNvSpPr txBox="1"/>
          <p:nvPr/>
        </p:nvSpPr>
        <p:spPr>
          <a:xfrm>
            <a:off x="493776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хранит историю изменений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Коммиты показывают вклад участников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Ветки помогают работать над функциями отдельно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 содержит описание и запуск проекта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Трудности и решения</a:t>
            </a:r>
            <a:endParaRPr lang="en-US" sz="3600" dirty="0"/>
          </a:p>
        </p:txBody>
      </p:sp>
      <p:sp>
        <p:nvSpPr>
          <p:cNvPr id="3" name="Проблема 1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Ошибки в коде при разработке</a:t>
            </a:r>
            <a:endParaRPr lang="en-US" sz="1500" dirty="0"/>
          </a:p>
        </p:txBody>
      </p:sp>
      <p:sp>
        <p:nvSpPr>
          <p:cNvPr id="5" name="Стрелка 1"/>
          <p:cNvSpPr txBox="1"/>
          <p:nvPr/>
        </p:nvSpPr>
        <p:spPr>
          <a:xfrm>
            <a:off x="44348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Решение 1"/>
          <p:cNvSpPr/>
          <p:nvPr/>
        </p:nvSpPr>
        <p:spPr>
          <a:xfrm>
            <a:off x="4846320" y="1188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7492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Проверяли код в Visual Studio, находили ошибки с помощью отладчика и исправляли их</a:t>
            </a:r>
            <a:endParaRPr lang="en-US" sz="1500" dirty="0"/>
          </a:p>
        </p:txBody>
      </p:sp>
      <p:sp>
        <p:nvSpPr>
          <p:cNvPr id="8" name="Проблема 2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8580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Настройка 64-разрядной версии (x64)</a:t>
            </a:r>
            <a:endParaRPr lang="en-US" sz="1500" dirty="0"/>
          </a:p>
        </p:txBody>
      </p:sp>
      <p:sp>
        <p:nvSpPr>
          <p:cNvPr id="10" name="Стрелка 2"/>
          <p:cNvSpPr txBox="1"/>
          <p:nvPr/>
        </p:nvSpPr>
        <p:spPr>
          <a:xfrm>
            <a:off x="44348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Решение 2"/>
          <p:cNvSpPr/>
          <p:nvPr/>
        </p:nvSpPr>
        <p:spPr>
          <a:xfrm>
            <a:off x="4846320" y="237744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07492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Установили и настроили нужные 64-разрядные компоненты, чтобы приложение корректно запускалось</a:t>
            </a:r>
            <a:endParaRPr lang="en-US" sz="1500" dirty="0"/>
          </a:p>
        </p:txBody>
      </p:sp>
      <p:sp>
        <p:nvSpPr>
          <p:cNvPr id="13" name="Проблема 3"/>
          <p:cNvSpPr/>
          <p:nvPr/>
        </p:nvSpPr>
        <p:spPr>
          <a:xfrm>
            <a:off x="45720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Нужно было убедиться, что записи сохраняются правильно</a:t>
            </a:r>
            <a:endParaRPr lang="en-US" sz="1500" dirty="0"/>
          </a:p>
        </p:txBody>
      </p:sp>
      <p:sp>
        <p:nvSpPr>
          <p:cNvPr id="15" name="Стрелка 3"/>
          <p:cNvSpPr txBox="1"/>
          <p:nvPr/>
        </p:nvSpPr>
        <p:spPr>
          <a:xfrm>
            <a:off x="4434840" y="3794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Решение 3"/>
          <p:cNvSpPr/>
          <p:nvPr/>
        </p:nvSpPr>
        <p:spPr>
          <a:xfrm>
            <a:off x="4846320" y="356616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07492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Проверили добавление, изменение и просмотр записей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улучшили бы</a:t>
            </a:r>
            <a:endParaRPr lang="en-US" sz="3600" dirty="0"/>
          </a:p>
        </p:txBody>
      </p:sp>
      <p:sp>
        <p:nvSpPr>
          <p:cNvPr id="3" name="Идея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идеи 1"/>
          <p:cNvSpPr txBox="1"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вход по паролю и отдельные профили пользователей</a:t>
            </a:r>
            <a:endParaRPr lang="en-US" sz="1600" dirty="0"/>
          </a:p>
        </p:txBody>
      </p:sp>
      <p:sp>
        <p:nvSpPr>
          <p:cNvPr id="6" name="Идея 2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Номер идеи 2"/>
          <p:cNvSpPr txBox="1"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импорт данных из файла</a:t>
            </a:r>
            <a:endParaRPr lang="en-US" sz="1600" dirty="0"/>
          </a:p>
        </p:txBody>
      </p:sp>
      <p:sp>
        <p:nvSpPr>
          <p:cNvPr id="9" name="Идея 3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Номер идеи 3"/>
          <p:cNvSpPr txBox="1"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повторяющиеся платежи, например за коммунальные услуги</a:t>
            </a:r>
            <a:endParaRPr lang="en-US" sz="1600" dirty="0"/>
          </a:p>
        </p:txBody>
      </p:sp>
      <p:sp>
        <p:nvSpPr>
          <p:cNvPr id="12" name="Идея 4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Номер идеи 4"/>
          <p:cNvSpPr txBox="1"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больше графиков и выгрузку отчётов в Excel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Репозиторий и документы</a:t>
            </a:r>
            <a:endParaRPr lang="en-US" sz="3600" dirty="0"/>
          </a:p>
        </p:txBody>
      </p:sp>
      <p:sp>
        <p:nvSpPr>
          <p:cNvPr id="3" name="Ссылка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4" name="Документы"/>
          <p:cNvSpPr txBox="1"/>
          <p:nvPr/>
        </p:nvSpPr>
        <p:spPr>
          <a:xfrm>
            <a:off x="457200" y="2194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README.md: описание, стек, запуск, роли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Папка docs: диаграммы, отчёт, руководство, презентация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Тесты: Test Explorer в Visual Studio</a:t>
            </a:r>
            <a:endParaRPr lang="en-US" sz="1800" dirty="0"/>
          </a:p>
        </p:txBody>
      </p:sp>
      <p:sp>
        <p:nvSpPr>
          <p:cNvPr id="5" name="Спасибо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 за внимание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lyBudget">
  <a:themeElements>
    <a:clrScheme name="FamilyBudget">
      <a:dk1>
        <a:srgbClr val="17252B"/>
      </a:dk1>
      <a:lt1>
        <a:srgbClr val="FFFFFF"/>
      </a:lt1>
      <a:dk2>
        <a:srgbClr val="0E4D64"/>
      </a:dk2>
      <a:lt2>
        <a:srgbClr val="E8F1F2"/>
      </a:lt2>
      <a:accent1>
        <a:srgbClr val="0E4D64"/>
      </a:accent1>
      <a:accent2>
        <a:srgbClr val="F2A541"/>
      </a:accent2>
      <a:accent3>
        <a:srgbClr val="2E86AB"/>
      </a:accent3>
      <a:accent4>
        <a:srgbClr val="7FB069"/>
      </a:accent4>
      <a:accent5>
        <a:srgbClr val="D1495B"/>
      </a:accent5>
      <a:accent6>
        <a:srgbClr val="6C757D"/>
      </a:accent6>
      <a:hlink>
        <a:srgbClr val="2E86AB"/>
      </a:hlink>
      <a:folHlink>
        <a:srgbClr val="6C757D"/>
      </a:folHlink>
    </a:clrScheme>
    <a:fontScheme name="FamilyBudg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704</Words>
  <Application>Microsoft Office PowerPoint</Application>
  <PresentationFormat>Экран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FamilyBudget</vt:lpstr>
      <vt:lpstr>Учёт расходов семьи</vt:lpstr>
      <vt:lpstr>Команда и роли</vt:lpstr>
      <vt:lpstr>Проблема и цель</vt:lpstr>
      <vt:lpstr>Варианты использования</vt:lpstr>
      <vt:lpstr>Модель данных (ER)</vt:lpstr>
      <vt:lpstr>Архитектура и классы</vt:lpstr>
      <vt:lpstr>Добавление операции</vt:lpstr>
      <vt:lpstr>Живая демонстрация</vt:lpstr>
      <vt:lpstr>Visual Studio и Git</vt:lpstr>
      <vt:lpstr>Трудности и решения</vt:lpstr>
      <vt:lpstr>Что улучшили бы</vt:lpstr>
      <vt:lpstr>Репозиторий и документы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Учёт расходов семьи</dc:title>
  <dc:subject>PptxGenJS Presentation</dc:subject>
  <dc:creator>PptxGenJS</dc:creator>
  <cp:lastModifiedBy>romanrusskih2722@gmail.com</cp:lastModifiedBy>
  <cp:revision>8</cp:revision>
  <dcterms:created xsi:type="dcterms:W3CDTF">2026-10-21T08:29:45Z</dcterms:created>
  <dcterms:modified xsi:type="dcterms:W3CDTF">2026-10-22T16:12:17Z</dcterms:modified>
</cp:coreProperties>
</file>